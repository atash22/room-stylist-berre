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615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tash22.github.io/room-stylist-berre/room_stylist_demo_v2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8247888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8631936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015984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9400032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784080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0552176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0936224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1320272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12088368" y="0"/>
            <a:ext cx="0" cy="685800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863840" y="0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863840" y="384048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863840" y="768096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7863840" y="1152144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7863840" y="1536192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7863840" y="1920240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863840" y="2304288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863840" y="2688336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863840" y="3072384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863840" y="3456432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863840" y="3840480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863840" y="4224528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7863840" y="4608576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7863840" y="4992624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7863840" y="5376672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863840" y="5760720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7863840" y="6144768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7863840" y="6528816"/>
            <a:ext cx="4327855" cy="0"/>
          </a:xfrm>
          <a:prstGeom prst="line">
            <a:avLst/>
          </a:prstGeom>
          <a:noFill/>
          <a:ln w="9525">
            <a:solidFill>
              <a:srgbClr val="2E42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8778240" y="2377440"/>
            <a:ext cx="2468880" cy="1920240"/>
          </a:xfrm>
          <a:prstGeom prst="rect">
            <a:avLst/>
          </a:prstGeom>
          <a:solidFill>
            <a:srgbClr val="1C2B45"/>
          </a:solidFill>
          <a:ln w="19050">
            <a:solidFill>
              <a:srgbClr val="8FA3C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9098280" y="3703320"/>
            <a:ext cx="1828800" cy="502920"/>
          </a:xfrm>
          <a:prstGeom prst="rect">
            <a:avLst/>
          </a:prstGeom>
          <a:solidFill>
            <a:srgbClr val="8FA3C2"/>
          </a:solidFill>
          <a:ln w="12700">
            <a:solidFill>
              <a:srgbClr val="8FA3C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94360" y="2331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ROOM STYLIST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594360" y="3246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interior-style classifier and furniture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for Berre.ca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94360" y="4617720"/>
            <a:ext cx="2011680" cy="0"/>
          </a:xfrm>
          <a:prstGeom prst="line">
            <a:avLst/>
          </a:prstGeom>
          <a:noFill/>
          <a:ln w="31750">
            <a:solidFill>
              <a:srgbClr val="B87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9436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Atash Kakabayev  •  101641391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5138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Data Science Systems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3957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3957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87121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3467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ML Canvas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3822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8221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42976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976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47731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773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issues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52486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24865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57241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7241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—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Berre.ca sells furniture across 6+ style families — from Mid-Century Modern to Bellona's Traditional collections.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individual products, but no fast way to match a room's style to the right furniture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by category name doesn't capture visual similarity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scroll through pages that don't reflect what their room actually looks like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2971800"/>
            <a:ext cx="3977640" cy="2377440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95528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0" y="3566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room photo's style, then recommend real, in-catalog Berre products that match.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—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Berre's catalog is large and highly visual — style is the single biggest factor in a shopping decision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style-matching tool reinforces Berre's own curated-aesthetic brand, instead of bolting on a generic chatbot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points mean even a small lift in “found the right piece” conversion has real revenue impact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computer vision, model benchmarking, and full deployment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0" y="1920240"/>
            <a:ext cx="3840480" cy="1051560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0100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$700–$8,000+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01000" y="24871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item — even small conversion gains matter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0" y="3154680"/>
            <a:ext cx="3840480" cy="1051560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00100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001000" y="3721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SKUs across the Berre catalog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4389120"/>
            <a:ext cx="3840480" cy="1051560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00100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01000" y="49560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interior style families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—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82296" cy="384048"/>
          </a:xfrm>
          <a:prstGeom prst="rect">
            <a:avLst/>
          </a:prstGeom>
          <a:solidFill>
            <a:srgbClr val="B87A2E"/>
          </a:solidFill>
          <a:ln w="12700">
            <a:solidFill>
              <a:srgbClr val="B87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Past available projects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style classification is a known academic and Kaggle-style task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datasets are Houzz-sourced, with ~19 raw style labels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82296" cy="384048"/>
          </a:xfrm>
          <a:prstGeom prst="rect">
            <a:avLst/>
          </a:prstGeom>
          <a:solidFill>
            <a:srgbClr val="B87A2E"/>
          </a:solidFill>
          <a:ln w="12700">
            <a:solidFill>
              <a:srgbClr val="B87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Similar projects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644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Lens &amp; Wayfair's “Shop the Look” use visual similarity search, not classification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zero-shot is a common, strong no-training baseline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206240"/>
            <a:ext cx="82296" cy="384048"/>
          </a:xfrm>
          <a:prstGeom prst="rect">
            <a:avLst/>
          </a:prstGeom>
          <a:solidFill>
            <a:srgbClr val="B87A2E"/>
          </a:solidFill>
          <a:ln w="12700">
            <a:solidFill>
              <a:srgbClr val="B87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Drawbacks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544568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style categories don't map cleanly onto any one retailer's catalog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raw labels manually consolidated into 6 Berre-aligned categories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stop at classification — few connect to a live, purchasable catalog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 Canvas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79310"/>
              </p:ext>
            </p:extLst>
          </p:nvPr>
        </p:nvGraphicFramePr>
        <p:xfrm>
          <a:off x="594360" y="1828800"/>
          <a:ext cx="11002975" cy="4572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Proposition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a room photo, predict its interior style so Berre.ca can recommend matching furniture instead of the shopper browsing hundreds of SKUs.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Berre.ca product images/category tags; public interior-style dataset (Houzz-sourced, 19 raw labels, consolidated to 6 Berre-aligned buckets).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image classification. Input: room photo. Output: 1 of 6 style classes + confidence score.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 train/val/test split. Metrics: accuracy, macro F1 (classes are imbalanced), confusion matrix per model.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style filters/ranks the Berre product catalog → top-K products returned to the shopper.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Predictions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offline during benchmarking; real-time single-image inference via the deployed Flask/Docker/Azure API.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learning: fine-tuned ResNet-18 and EfficientNet-B0 with dropout; CLIP zero-shot as a no-training baseline.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Simulation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metric would be click-through / conversion vs. a best-seller baseline; out of scope for this course build.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Benchmarking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332720" cy="172821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(ms/img)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transfer-learning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 — best accuracy &amp; F1, no latency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needed; underperformed the fine-tuned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3703320"/>
            <a:ext cx="1100297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selected for deployment — best accuracy and macro F1, no latency penalty vs. ResNet-18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zero-shot underperformed both fine-tuned models on this fine-grained, 6-class task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38–41% accuracy is well above the 17% random baseline for a 6-class problem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style classification is genuinely hard — even humans confuse visually similar styles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828800" cy="1051560"/>
          </a:xfrm>
          <a:prstGeom prst="rect">
            <a:avLst/>
          </a:prstGeom>
          <a:solidFill>
            <a:srgbClr val="1C2B45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Notebook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Colab, T4 GPU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2103120"/>
            <a:ext cx="46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7904" y="2103120"/>
            <a:ext cx="1828800" cy="1051560"/>
          </a:xfrm>
          <a:prstGeom prst="rect">
            <a:avLst/>
          </a:prstGeom>
          <a:solidFill>
            <a:srgbClr val="1C2B45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887904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7904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16704" y="2103120"/>
            <a:ext cx="46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81448" y="2103120"/>
            <a:ext cx="1828800" cy="1051560"/>
          </a:xfrm>
          <a:prstGeom prst="rect">
            <a:avLst/>
          </a:prstGeom>
          <a:solidFill>
            <a:srgbClr val="1C2B45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181448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1448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10248" y="2103120"/>
            <a:ext cx="46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74991" y="2103120"/>
            <a:ext cx="1828800" cy="1051560"/>
          </a:xfrm>
          <a:prstGeom prst="rect">
            <a:avLst/>
          </a:prstGeom>
          <a:solidFill>
            <a:srgbClr val="1C2B45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74991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4991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03791" y="2103120"/>
            <a:ext cx="46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68535" y="2103120"/>
            <a:ext cx="1828800" cy="1051560"/>
          </a:xfrm>
          <a:prstGeom prst="rect">
            <a:avLst/>
          </a:prstGeom>
          <a:solidFill>
            <a:srgbClr val="B87A2E"/>
          </a:solidFill>
          <a:ln w="12700">
            <a:solidFill>
              <a:srgbClr val="B87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768535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Azure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68535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110029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benchmarking run in a Colab notebook on a free T4 GPU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model exported into a lightweight predict.py script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Flask API with a single POST endpoint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with Docker so it runs identically anywhere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Azure (Container Registry + Container Instances) — a real, public URL anyone can call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—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Challenges &amp; Issues Encountered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18608" cy="1298448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failed locally (read-only filesystem) — fixed by freeing disk space and relocating Docker's virtual disk.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18608" cy="1298448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61608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61608" y="2148840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debug mode caused silent connection resets in production — fixed by setting debug=False.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172968"/>
            <a:ext cx="5318608" cy="1298448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30168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Portal's container wizard threw vague conflict errors — switching to the Azure CLI gave clear, fixable messages.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8728" y="3172968"/>
            <a:ext cx="5318608" cy="1298448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61608" y="33101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1608" y="3630168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demo couldn't read API responses until CORS was explicitly enabled.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654296"/>
            <a:ext cx="5318608" cy="1298448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77240" y="47914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11496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raw labels → 6 categories left some classes smaller — addressed by reporting macro F1 alongside accuracy.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AE047DEC-7C85-580A-6F1D-A67D80588637}"/>
              </a:ext>
            </a:extLst>
          </p:cNvPr>
          <p:cNvSpPr/>
          <p:nvPr/>
        </p:nvSpPr>
        <p:spPr>
          <a:xfrm>
            <a:off x="6278728" y="4723569"/>
            <a:ext cx="5318608" cy="1298448"/>
          </a:xfrm>
          <a:prstGeom prst="rect">
            <a:avLst/>
          </a:prstGeom>
          <a:solidFill>
            <a:srgbClr val="F2F2EF"/>
          </a:solidFill>
          <a:ln w="12700">
            <a:solidFill>
              <a:srgbClr val="F2F2EF"/>
            </a:solidFill>
            <a:prstDash val="solid"/>
          </a:ln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cs typeface="Calibri" pitchFamily="34" charset="-120"/>
              </a:rPr>
              <a:t>Azure Container Instances doesn't terminate HTTPS, so an HTTPS demo page can't call it directly — the public demo runs against a local copy of the same image; the Azure endpoint itself is still live, verified via curl.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—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Demo</a:t>
            </a:r>
            <a:endParaRPr lang="en-US" sz="3200" dirty="0"/>
          </a:p>
        </p:txBody>
      </p:sp>
      <p:pic>
        <p:nvPicPr>
          <p:cNvPr id="4" name="Image 0" descr="demo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783080"/>
            <a:ext cx="7223760" cy="34237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" y="1755648"/>
            <a:ext cx="7278624" cy="347862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DDD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183880" y="2011680"/>
            <a:ext cx="34134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uploads a photo of their room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predicted style + confidence across all 6 categories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Berre products shown — photos, prices, links — pulled from the catalog</a:t>
            </a:r>
            <a:endParaRPr lang="tr-TR" sz="1500" dirty="0">
              <a:solidFill>
                <a:srgbClr val="2323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83880" y="4886801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/>
              </a:rPr>
              <a:t>https://atash22.github.io/room-stylist-berre/room_stylist_demo_v2.html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Stylist — Berre.ca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486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3977640"/>
            <a:ext cx="1828800" cy="0"/>
          </a:xfrm>
          <a:prstGeom prst="line">
            <a:avLst/>
          </a:prstGeom>
          <a:noFill/>
          <a:ln w="31750">
            <a:solidFill>
              <a:srgbClr val="B87A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room-stylist-final-atash.canadacentral.azurecontainer.io:5000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87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repo linked in submission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1004</Words>
  <Application>Microsoft Office PowerPoint</Application>
  <PresentationFormat>Widescreen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Atageldi Kakabayev</cp:lastModifiedBy>
  <cp:revision>6</cp:revision>
  <dcterms:created xsi:type="dcterms:W3CDTF">2026-08-13T21:00:42Z</dcterms:created>
  <dcterms:modified xsi:type="dcterms:W3CDTF">2026-08-15T00:45:11Z</dcterms:modified>
</cp:coreProperties>
</file>